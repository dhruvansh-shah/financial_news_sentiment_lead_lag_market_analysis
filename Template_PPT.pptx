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56" r:id="rId2"/>
    <p:sldId id="2076138643" r:id="rId3"/>
    <p:sldId id="2076138636" r:id="rId4"/>
    <p:sldId id="2076138637" r:id="rId5"/>
    <p:sldId id="2076138638" r:id="rId6"/>
    <p:sldId id="2076138639" r:id="rId7"/>
    <p:sldId id="2076138640" r:id="rId8"/>
    <p:sldId id="2076138641" r:id="rId9"/>
    <p:sldId id="2076138642" r:id="rId10"/>
    <p:sldId id="3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5D9D-2DF9-4B9A-A3E3-36DEA429F05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B807-463B-45C5-A05C-74C1B6A64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4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B807-463B-45C5-A05C-74C1B6A647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0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D43C-8225-630A-67C3-02A0B07C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4B6F5-4929-3950-BD9C-9FDDE3AFF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8FE48-A39A-73FF-F9D7-39A8CFBDD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7DD80-6711-2C24-1FA1-90474332A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B807-463B-45C5-A05C-74C1B6A647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3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4DAFA-028A-4B27-BF48-F3D6310F07D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0BC7-D954-94C2-AD5C-3DA246E35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20B97-536C-B619-76DE-6B029FA9A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1B3D-B9E7-1EE2-A5DE-BD098A55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ADBB8-52E5-4FD7-9390-25FA89CE8127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628E0-BE7F-6BDA-07CF-DA810A2E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EC9B1-CFEE-926D-0B9E-24AF987A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8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8ACC-9E1E-DBA5-71A8-AD201178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30AD-E57E-FE0B-1FA0-50B8B7A7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33D47-57AD-D2ED-13AE-BC366803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AC-1883-447C-9F5E-31021EC30484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B966C-F85A-1EFD-473F-55CCED1C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4FB62-819C-182D-026A-A7EE48E5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7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8671-FFAF-A149-3B4A-3B4477E7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F556D-1B65-AB4C-FA53-E2CFE251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33316-6BD2-11A1-4BD7-F708F34A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BDF96-7BEF-45E0-8D9B-F67EBFB6E172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FC730-A55F-499B-9E99-E091F529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78300-55C0-2053-4BCE-7EF16F0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7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37D2-89DB-70BE-E447-D5521402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2D8C-BD65-6644-661A-853F255BE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F111A-1668-2474-FA5B-5AC75AB30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2AE00-4129-549F-1253-6A22D87E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506C-3A6F-4581-BE72-F9D0143B0D00}" type="datetime5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713F-1E61-8507-A1DA-FDEC3CA1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9E135-0904-EBA4-7918-C28C40A4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9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EA6B-2205-BD79-622A-D8C779BD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9569A-D637-C8DB-383A-C5C0BACD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1596A-FF69-0216-9DA4-CA2EE6477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4E934-8CEC-C47C-8C46-BAB78DB4C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174AA-40D9-5855-6D80-8E22704DA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8A8F0-4DDD-B9E7-C265-3A9E2C99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DD11-6E24-4E97-B208-481D0722B83E}" type="datetime5">
              <a:rPr lang="en-US" smtClean="0"/>
              <a:t>22-Apr-26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5B42A-554C-6C0E-7FE2-7B7378A8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25672-A57C-6E56-D847-A033E4E9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2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461E-14EB-6781-1979-5B82A307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31001-E24B-F8CC-607D-6EC91391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17DA2-4652-44FA-8C94-0166A57CCBDC}" type="datetime5">
              <a:rPr lang="en-US" smtClean="0"/>
              <a:t>22-Apr-26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8BC53-B9B5-1B6C-14BD-3F608887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60ECF-3D53-E7B3-C2DF-2EC936810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2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E6FCB-4F31-EA3B-D0C3-438E9F24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A976C-DD34-43B5-8A04-B06EF0326381}" type="datetime5">
              <a:rPr lang="en-US" smtClean="0"/>
              <a:t>22-Apr-26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D5B71-532E-628D-ACFF-8A7772A7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6F5F8-8C2B-01F1-8633-E6A25D85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F8A4-ECC1-AE75-1D48-4F54AAD5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A05D-C41E-3AB0-1588-44433A440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AB538-17A6-78F8-BE5F-9D188BD99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1C6B0-4D06-FE35-28A5-1177CE33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301BB-7ACA-479A-BB0A-C86BE8F15054}" type="datetime5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27806-B7CC-2EDD-023E-286D4713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80F26-F284-6F2E-4723-1ED13AF5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0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FEA8-B8E3-A136-2961-40C4C082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81625-B699-52D6-E39F-019CB4123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A57FA-7B5D-9E28-F057-CE08BC917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2CB11-0853-DF79-9FDC-68A00F6C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2ED0-9E9B-4CE7-BF0E-C321ADE267C4}" type="datetime5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3FE6C-D97F-E6C3-D730-F83A33AF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16C6F-9CBD-A1D7-01E1-166806E2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1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E0BA-84E7-E6DB-408D-500C8143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CCC4E-A16E-0F57-5227-2AEC79F9C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47540-2CBC-768B-F2BD-6D144D5C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FF26-F9F7-44B6-8663-544F46661BD4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7A001-1E16-24D1-CCBC-3D67ACF0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26EF3-18AF-D98F-2453-0B113587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3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2F938-0033-6AFB-4A05-736F1B1CE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BDA19-8438-543D-1834-56ABA366C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580B-7044-1D73-9823-131CB09F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0FCA9-26B7-4E90-B1C0-AA9A1EB5B68D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B073-2458-3899-35F1-7198175A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4239C-CDC3-F4E6-8D0E-8B9BA20F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2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11B3D-AB6C-440B-59D0-6440FC6D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B269-60E0-5E5E-4E6F-870F7AFD2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8B63-5A06-AC4A-F747-FBE82A69A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CA55F-A689-45AF-ADFE-F8EB4C01965C}" type="datetime5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67DA5-593B-5FAD-930E-816AB8C94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Department of E&amp;CE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B3149-548E-53DF-80B2-0756C998E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3EC36-CBB8-478C-9682-688EF8833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8DDF48DD-D61B-1397-03CA-D9F9C33B3C09}"/>
              </a:ext>
            </a:extLst>
          </p:cNvPr>
          <p:cNvSpPr txBox="1">
            <a:spLocks/>
          </p:cNvSpPr>
          <p:nvPr/>
        </p:nvSpPr>
        <p:spPr>
          <a:xfrm>
            <a:off x="1" y="2037144"/>
            <a:ext cx="12192000" cy="4688870"/>
          </a:xfrm>
          <a:prstGeom prst="rect">
            <a:avLst/>
          </a:prstGeom>
          <a:ln>
            <a:solidFill>
              <a:srgbClr val="FF000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9pPr>
          </a:lstStyle>
          <a:p>
            <a:pPr>
              <a:defRPr/>
            </a:pPr>
            <a:endParaRPr lang="en-US" sz="1100" kern="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00" kern="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20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36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DEPARTMENT OF</a:t>
            </a:r>
          </a:p>
          <a:p>
            <a:pPr>
              <a:defRPr/>
            </a:pPr>
            <a:r>
              <a:rPr lang="en-US" sz="36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ELECTRONICS AND COMPUTER ENGINEERING  </a:t>
            </a:r>
            <a:r>
              <a:rPr lang="en-US" sz="36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(E&amp;CE) </a:t>
            </a:r>
          </a:p>
          <a:p>
            <a:pPr>
              <a:spcBef>
                <a:spcPts val="600"/>
              </a:spcBef>
              <a:defRPr/>
            </a:pPr>
            <a:endParaRPr lang="en-US" sz="220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endParaRPr lang="en-US" sz="40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US" sz="34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WELCOMES YOU ALL</a:t>
            </a:r>
          </a:p>
          <a:p>
            <a:pPr>
              <a:spcBef>
                <a:spcPts val="600"/>
              </a:spcBef>
              <a:defRPr/>
            </a:pPr>
            <a:endParaRPr lang="en-US" sz="340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kern="0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kern="0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3075" name="Picture 7" descr="perfect-bunch-of-red-roses-medium_5a0617b1e2f12a960b18e344f4fcfe54.jpg">
            <a:extLst>
              <a:ext uri="{FF2B5EF4-FFF2-40B4-BE49-F238E27FC236}">
                <a16:creationId xmlns:a16="http://schemas.microsoft.com/office/drawing/2014/main" id="{CDCC7109-57CE-93FF-0D5E-07431D1D30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807" y="3756447"/>
            <a:ext cx="1816149" cy="1866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9" descr="perfect-bunch-of-red-roses-medium_5a0617b1e2f12a960b18e344f4fcfe54.jpg">
            <a:extLst>
              <a:ext uri="{FF2B5EF4-FFF2-40B4-BE49-F238E27FC236}">
                <a16:creationId xmlns:a16="http://schemas.microsoft.com/office/drawing/2014/main" id="{7D624A4A-5BA3-6708-A401-9060278212F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388" y="3789041"/>
            <a:ext cx="2134891" cy="1834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287079-4081-E0FF-E414-D71B831EFAE3}"/>
              </a:ext>
            </a:extLst>
          </p:cNvPr>
          <p:cNvSpPr txBox="1"/>
          <p:nvPr/>
        </p:nvSpPr>
        <p:spPr>
          <a:xfrm>
            <a:off x="0" y="128447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WEL COME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58659-A80E-7C92-11C6-ACB43A0D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>
                <a:solidFill>
                  <a:srgbClr val="FF0000"/>
                </a:solidFill>
              </a:rPr>
              <a:t>1</a:t>
            </a:fld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DBC2F-6B16-FBA7-9912-62B3CC7B7B9B}"/>
              </a:ext>
            </a:extLst>
          </p:cNvPr>
          <p:cNvSpPr txBox="1"/>
          <p:nvPr/>
        </p:nvSpPr>
        <p:spPr>
          <a:xfrm>
            <a:off x="1061978" y="961304"/>
            <a:ext cx="8186194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55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(An Autonomous Institute affiliated to Savitribai Phule Pune University)</a:t>
            </a:r>
            <a:endParaRPr lang="en-US" sz="155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F648-4C74-C837-D5C8-8DCD9FAF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8794888D-F314-30CF-E62C-23228EF986FD}"/>
              </a:ext>
            </a:extLst>
          </p:cNvPr>
          <p:cNvSpPr txBox="1">
            <a:spLocks/>
          </p:cNvSpPr>
          <p:nvPr/>
        </p:nvSpPr>
        <p:spPr>
          <a:xfrm>
            <a:off x="1" y="2037144"/>
            <a:ext cx="12192000" cy="4688870"/>
          </a:xfrm>
          <a:prstGeom prst="rect">
            <a:avLst/>
          </a:prstGeom>
          <a:ln>
            <a:solidFill>
              <a:srgbClr val="FF000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panose="02080604020202020204" pitchFamily="34" charset="0"/>
              </a:defRPr>
            </a:lvl9pPr>
          </a:lstStyle>
          <a:p>
            <a:pPr>
              <a:defRPr/>
            </a:pPr>
            <a:endParaRPr lang="en-US" sz="1100" kern="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00" kern="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Title:”  “</a:t>
            </a:r>
          </a:p>
          <a:p>
            <a:pPr lvl="0"/>
            <a:r>
              <a:rPr lang="en-US" sz="30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Group Members with Class &amp; Roll Number </a:t>
            </a:r>
          </a:p>
          <a:p>
            <a:pPr lvl="0" hangingPunct="1"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1. </a:t>
            </a:r>
          </a:p>
          <a:p>
            <a:pPr lvl="0" hangingPunct="1"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2. </a:t>
            </a:r>
          </a:p>
          <a:p>
            <a:pPr lvl="0" hangingPunct="1"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3. </a:t>
            </a:r>
          </a:p>
          <a:p>
            <a:pPr lvl="0"/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Project Guide</a:t>
            </a:r>
          </a:p>
          <a:p>
            <a:pPr lvl="0"/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   Name…….</a:t>
            </a:r>
          </a:p>
          <a:p>
            <a:pPr lvl="0"/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ea typeface="宋体" pitchFamily="2"/>
              <a:cs typeface="Times New Roman" panose="02020603050405020304" pitchFamily="18" charset="0"/>
            </a:endParaRPr>
          </a:p>
          <a:p>
            <a:pPr lvl="0"/>
            <a:r>
              <a:rPr lang="en-US" sz="2600" dirty="0">
                <a:solidFill>
                  <a:srgbClr val="002060"/>
                </a:solidFill>
                <a:latin typeface="Times New Roman" panose="02020603050405020304" pitchFamily="18" charset="0"/>
                <a:ea typeface="宋体" pitchFamily="2"/>
                <a:cs typeface="Times New Roman" panose="02020603050405020304" pitchFamily="18" charset="0"/>
              </a:rPr>
              <a:t>AY: 2026-27</a:t>
            </a:r>
          </a:p>
          <a:p>
            <a:pPr>
              <a:spcBef>
                <a:spcPts val="600"/>
              </a:spcBef>
              <a:defRPr/>
            </a:pPr>
            <a:endParaRPr lang="en-US" sz="3400" kern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kern="0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kern="0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9B043-BB5A-8E3A-0811-15C806BA3260}"/>
              </a:ext>
            </a:extLst>
          </p:cNvPr>
          <p:cNvSpPr txBox="1"/>
          <p:nvPr/>
        </p:nvSpPr>
        <p:spPr>
          <a:xfrm>
            <a:off x="0" y="128447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          </a:t>
            </a:r>
            <a:r>
              <a:rPr lang="en-US" sz="4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Project Based Learning(PBL)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7E764-06AF-011B-350C-1E5309D1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>
                <a:solidFill>
                  <a:srgbClr val="FF0000"/>
                </a:solidFill>
              </a:rPr>
              <a:t>2</a:t>
            </a:fld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9F7ED-2B77-7AD9-F5AB-E872E8904A0C}"/>
              </a:ext>
            </a:extLst>
          </p:cNvPr>
          <p:cNvSpPr txBox="1"/>
          <p:nvPr/>
        </p:nvSpPr>
        <p:spPr>
          <a:xfrm>
            <a:off x="1061978" y="961304"/>
            <a:ext cx="8186194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55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(An Autonomous Institute affiliated to Savitribai Phule Pune University)</a:t>
            </a:r>
            <a:endParaRPr lang="en-US" sz="155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44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1566-AE14-BCC9-8B15-FB35174D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9848"/>
            <a:ext cx="10515600" cy="455777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Content: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A30C-70AB-4021-0953-922D1D10B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30456"/>
            <a:ext cx="11742114" cy="4727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 Literature Survey &amp; Its outcome with advantages, disadvantages with existing Techniques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 Proposed Techniques with block diagram/ flowchart/stepwise analysis of proposed techniques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 Hardware and software results in terms of snapshot, table etc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 Comparison of results with existing techniques in terms of table  graphs, performance parameter values etc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solidFill>
                  <a:srgbClr val="0070C0"/>
                </a:solidFill>
              </a:rPr>
              <a:t> References( Minimum 10 in a IEEE Format)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A473-3803-4B17-0289-D7AC750B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3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33BE-ACA4-8F1A-DE1B-E28304D6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455D-8EDC-F373-4245-13ED4817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9848"/>
            <a:ext cx="10515600" cy="45577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F87F0-2D4B-7C89-C753-F695455C0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30456"/>
            <a:ext cx="11061569" cy="47275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C1CE2-57AB-33AB-817F-86B69984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E42A2-9963-CEA2-B06E-1E7A7FE1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993C-6A68-7080-675A-9551D9D5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73" y="1404594"/>
            <a:ext cx="12118428" cy="589338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Literature Survey &amp; Its Outcomes</a:t>
            </a:r>
            <a:endParaRPr lang="en-IN" sz="2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6B317-F79B-EFD9-7AF0-52E1209F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30456"/>
            <a:ext cx="11061569" cy="4727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07FB0-6A84-B419-6F8A-B1B3A913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1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FBDA-2F3C-025C-EE46-B868A6C1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2D1C-B75C-8CFD-DDAC-5BB522B1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31" y="1659118"/>
            <a:ext cx="12056882" cy="589338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Hardware and software results in terms of snapshot, table etc</a:t>
            </a:r>
            <a:br>
              <a:rPr lang="en-IN" sz="2800" dirty="0"/>
            </a:br>
            <a:br>
              <a:rPr lang="en-IN" sz="2500" b="1" dirty="0"/>
            </a:br>
            <a:endParaRPr lang="en-IN" sz="2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35CB-B992-C202-0BED-742CC83C9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30456"/>
            <a:ext cx="11061569" cy="4727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Comparasion</a:t>
            </a:r>
            <a:r>
              <a:rPr lang="en-IN" dirty="0"/>
              <a:t> of results with existing techniques in terms of table  graphs, performance parameter values etc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References( Minimum 10 in a IEEE Format)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604F5-825C-2B3A-8D59-353F2A40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24B8-8AB0-F1A5-B00E-8E4A0B60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15D6-287A-0BBD-9FA8-6465BDB65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42" y="1891862"/>
            <a:ext cx="12056882" cy="561543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Comparison of results with existing techniques in terms of table  graphs, performance parameter values etc</a:t>
            </a:r>
            <a:br>
              <a:rPr lang="en-IN" sz="2800" dirty="0"/>
            </a:br>
            <a:br>
              <a:rPr lang="en-IN" sz="2800" dirty="0"/>
            </a:br>
            <a:br>
              <a:rPr lang="en-IN" sz="2500" b="1" dirty="0"/>
            </a:br>
            <a:endParaRPr lang="en-IN" sz="2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F235-B5B6-C30A-7831-21C662F63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30456"/>
            <a:ext cx="11605479" cy="4727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References( Minimum 10 in a IEEE Format)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BECCB-F0E3-40DA-2A6B-C9125EE8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8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EE3A-5144-8549-3E49-4DE3B6C5D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11A3-A8B4-6075-3FCE-542A1087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89" y="1996042"/>
            <a:ext cx="12056882" cy="645899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Conclusion</a:t>
            </a:r>
            <a:br>
              <a:rPr lang="en-IN" sz="2400" b="1" dirty="0">
                <a:solidFill>
                  <a:srgbClr val="FF0000"/>
                </a:solidFill>
              </a:rPr>
            </a:br>
            <a:br>
              <a:rPr lang="en-IN" sz="2800" dirty="0"/>
            </a:br>
            <a:br>
              <a:rPr lang="en-IN" sz="2800" dirty="0"/>
            </a:br>
            <a:br>
              <a:rPr lang="en-IN" sz="2500" b="1" dirty="0"/>
            </a:br>
            <a:endParaRPr lang="en-IN" sz="2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1BBD-E19D-E2F7-493A-0A0ECA66A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30456"/>
            <a:ext cx="11061569" cy="4727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References( Minimum 10 in a IEEE Format)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760A2-5C01-11C3-1AEE-95CA00D9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F06F8-B054-BA00-0A27-F721B890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BCA4-6CA9-1480-04FD-3C8D20EB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89" y="1996042"/>
            <a:ext cx="12056882" cy="645899"/>
          </a:xfrm>
        </p:spPr>
        <p:txBody>
          <a:bodyPr>
            <a:noAutofit/>
          </a:bodyPr>
          <a:lstStyle/>
          <a:p>
            <a:br>
              <a:rPr lang="en-IN" sz="2800" dirty="0"/>
            </a:br>
            <a:r>
              <a:rPr lang="en-IN" sz="2800" b="1" dirty="0">
                <a:solidFill>
                  <a:srgbClr val="FF0000"/>
                </a:solidFill>
              </a:rPr>
              <a:t>References( Minimum 10 in a IEEE Format) </a:t>
            </a:r>
            <a:br>
              <a:rPr lang="en-IN" sz="2800" b="1" dirty="0">
                <a:solidFill>
                  <a:srgbClr val="FF0000"/>
                </a:solidFill>
              </a:rPr>
            </a:br>
            <a:br>
              <a:rPr lang="en-IN" sz="2800" b="1" dirty="0">
                <a:solidFill>
                  <a:srgbClr val="FF0000"/>
                </a:solidFill>
              </a:rPr>
            </a:br>
            <a:br>
              <a:rPr lang="en-IN" sz="2800" dirty="0"/>
            </a:br>
            <a:br>
              <a:rPr lang="en-IN" sz="2800" dirty="0"/>
            </a:br>
            <a:br>
              <a:rPr lang="en-IN" sz="2500" b="1" dirty="0"/>
            </a:br>
            <a:endParaRPr lang="en-IN" sz="25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2F2A-69DC-55C6-CC84-3930B1740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1" y="2144799"/>
            <a:ext cx="11061569" cy="4727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FBADA-F201-BEA0-4D34-B124453A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24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WordArt 4">
            <a:extLst>
              <a:ext uri="{FF2B5EF4-FFF2-40B4-BE49-F238E27FC236}">
                <a16:creationId xmlns:a16="http://schemas.microsoft.com/office/drawing/2014/main" id="{D681C596-79A5-DD39-6F7D-7B686F6756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21248638">
            <a:off x="3516068" y="5249171"/>
            <a:ext cx="5386694" cy="748441"/>
          </a:xfrm>
          <a:prstGeom prst="rect">
            <a:avLst/>
          </a:prstGeom>
          <a:ln w="57150">
            <a:solidFill>
              <a:schemeClr val="bg2"/>
            </a:solidFill>
          </a:ln>
          <a:scene3d>
            <a:camera prst="obliqueTopRight"/>
            <a:lightRig rig="threePt" dir="t"/>
          </a:scene3d>
        </p:spPr>
        <p:txBody>
          <a:bodyPr wrap="none" fromWordArt="1">
            <a:prstTxWarp prst="textSlantUp">
              <a:avLst>
                <a:gd name="adj" fmla="val 19518"/>
              </a:avLst>
            </a:prstTxWarp>
          </a:bodyPr>
          <a:lstStyle/>
          <a:p>
            <a:pPr algn="ctr"/>
            <a:r>
              <a:rPr lang="en-IN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THANK YOU</a:t>
            </a:r>
          </a:p>
        </p:txBody>
      </p:sp>
      <p:pic>
        <p:nvPicPr>
          <p:cNvPr id="140291" name="Picture 5" descr="598">
            <a:extLst>
              <a:ext uri="{FF2B5EF4-FFF2-40B4-BE49-F238E27FC236}">
                <a16:creationId xmlns:a16="http://schemas.microsoft.com/office/drawing/2014/main" id="{F0CA2FA9-A914-EB3C-808B-09E5D1AB4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2546301"/>
            <a:ext cx="24003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CADB3E-0039-2D4C-94E2-9B8F19D3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EC36-CBB8-478C-9682-688EF8833AFC}" type="slidenum">
              <a:rPr lang="en-US" smtClean="0">
                <a:solidFill>
                  <a:srgbClr val="FF0000"/>
                </a:solidFill>
              </a:rPr>
              <a:t>10</a:t>
            </a:fld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487D3-3A8C-17EC-8664-F54D507A8DA1}"/>
              </a:ext>
            </a:extLst>
          </p:cNvPr>
          <p:cNvSpPr txBox="1"/>
          <p:nvPr/>
        </p:nvSpPr>
        <p:spPr>
          <a:xfrm>
            <a:off x="1125125" y="951008"/>
            <a:ext cx="7449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(An Autonomous Institute affiliated to Savitribai Phule Pune University)</a:t>
            </a:r>
            <a:endParaRPr lang="en-US" sz="155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2970</TotalTime>
  <Words>271</Words>
  <Application>Microsoft Office PowerPoint</Application>
  <PresentationFormat>Widescreen</PresentationFormat>
  <Paragraphs>59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Impact</vt:lpstr>
      <vt:lpstr>Times New Roman</vt:lpstr>
      <vt:lpstr>Wingdings</vt:lpstr>
      <vt:lpstr>Office Theme</vt:lpstr>
      <vt:lpstr>PowerPoint Presentation</vt:lpstr>
      <vt:lpstr>PowerPoint Presentation</vt:lpstr>
      <vt:lpstr>Content:</vt:lpstr>
      <vt:lpstr>Introduction</vt:lpstr>
      <vt:lpstr>Literature Survey &amp; Its Outcomes</vt:lpstr>
      <vt:lpstr>Hardware and software results in terms of snapshot, table etc  </vt:lpstr>
      <vt:lpstr>Comparison of results with existing techniques in terms of table  graphs, performance parameter values etc   </vt:lpstr>
      <vt:lpstr>Conclusion    </vt:lpstr>
      <vt:lpstr> References( Minimum 10 in a IEEE Format)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Sunil Moon</dc:creator>
  <cp:lastModifiedBy>Dr. Sunil Moon</cp:lastModifiedBy>
  <cp:revision>882</cp:revision>
  <dcterms:created xsi:type="dcterms:W3CDTF">2025-03-04T08:01:21Z</dcterms:created>
  <dcterms:modified xsi:type="dcterms:W3CDTF">2026-04-22T04:09:14Z</dcterms:modified>
</cp:coreProperties>
</file>